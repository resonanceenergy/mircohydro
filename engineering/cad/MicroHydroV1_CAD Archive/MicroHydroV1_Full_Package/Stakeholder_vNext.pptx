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MicroHydroV1 — Stakeholder Deck (Skeleton)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Replace this content with full presentation 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